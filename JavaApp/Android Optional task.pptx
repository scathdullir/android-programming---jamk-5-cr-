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63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33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48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255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4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7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67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31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30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65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560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145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6135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18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147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27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B0A51-7131-4117-8835-9C6D16ABF4EC}" type="datetimeFigureOut">
              <a:rPr lang="ru-RU" smtClean="0"/>
              <a:t>23.04.2020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E5C7A2C-B283-4F9C-B4C9-C9CC66D5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38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732A9-4953-4660-9ED7-637D536BD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Java in Android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BE0BE9-80CA-4DC8-A141-4B435F767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Jana Batskihh (N8438)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276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7E758-24E4-4192-B7BD-F6D16E38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00F7BC-210F-44D3-94AF-7E604052B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Java was the main Android app language until recently</a:t>
            </a:r>
          </a:p>
          <a:p>
            <a:r>
              <a:rPr lang="en-GB" dirty="0"/>
              <a:t>Kotlin emerged in 2011 and overtook Java in 2019</a:t>
            </a:r>
          </a:p>
          <a:p>
            <a:r>
              <a:rPr lang="en-GB" dirty="0"/>
              <a:t>Many apps are moved or being moved to Kotlin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428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10B51-2F4F-487C-96B5-CC364DEA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Duolingo - The world's best way to learn a language">
            <a:extLst>
              <a:ext uri="{FF2B5EF4-FFF2-40B4-BE49-F238E27FC236}">
                <a16:creationId xmlns:a16="http://schemas.microsoft.com/office/drawing/2014/main" id="{3335046B-2207-4D4F-A3E8-EAD742401A7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288" y="1030288"/>
            <a:ext cx="4797424" cy="479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7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FA86D29-E975-4E82-B541-CE3DBBC2B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8" y="928689"/>
            <a:ext cx="8745364" cy="5112674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Lines of code in Java (red) and Kotlin (green) over time</a:t>
            </a:r>
            <a:endParaRPr lang="ru-RU" dirty="0"/>
          </a:p>
        </p:txBody>
      </p:sp>
      <p:pic>
        <p:nvPicPr>
          <p:cNvPr id="2052" name="Picture 4" descr="https://blog.duolingo.com/content/images/2020/04/loc.png">
            <a:extLst>
              <a:ext uri="{FF2B5EF4-FFF2-40B4-BE49-F238E27FC236}">
                <a16:creationId xmlns:a16="http://schemas.microsoft.com/office/drawing/2014/main" id="{65657867-FB20-45F3-B195-4CDF93042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130" y="3024188"/>
            <a:ext cx="6921075" cy="301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93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FE076-C23B-44FE-9730-B63E73FAF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Kotlin? Duolingo opinion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02726-665E-48CB-B40F-1CB77B4C1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Productivity: faster and easier to write and maintain code</a:t>
            </a:r>
          </a:p>
          <a:p>
            <a:r>
              <a:rPr lang="en-GB" dirty="0"/>
              <a:t>Stability: null safety features</a:t>
            </a:r>
          </a:p>
          <a:p>
            <a:r>
              <a:rPr lang="en-GB" dirty="0"/>
              <a:t>Developer happiness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902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4255CB-15AD-4D62-879A-82CBC751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459A9D-19A9-4546-A6F8-3B552957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Linting: </a:t>
            </a:r>
            <a:r>
              <a:rPr lang="en-GB" dirty="0" err="1"/>
              <a:t>detekt</a:t>
            </a:r>
            <a:r>
              <a:rPr lang="en-GB" dirty="0"/>
              <a:t>, </a:t>
            </a:r>
            <a:r>
              <a:rPr lang="en-GB" dirty="0" err="1"/>
              <a:t>ktlint</a:t>
            </a:r>
            <a:r>
              <a:rPr lang="en-GB" dirty="0"/>
              <a:t>, Android Lint, Splinter</a:t>
            </a:r>
          </a:p>
          <a:p>
            <a:r>
              <a:rPr lang="en-GB" dirty="0"/>
              <a:t>Removing Java-specific tools: PMD, </a:t>
            </a:r>
            <a:r>
              <a:rPr lang="en-GB" dirty="0" err="1"/>
              <a:t>SpotBugs</a:t>
            </a:r>
            <a:endParaRPr lang="en-GB" dirty="0"/>
          </a:p>
          <a:p>
            <a:r>
              <a:rPr lang="en-GB" dirty="0" err="1"/>
              <a:t>Autoconverter</a:t>
            </a:r>
            <a:endParaRPr lang="en-GB" dirty="0"/>
          </a:p>
          <a:p>
            <a:r>
              <a:rPr lang="en-GB" dirty="0"/>
              <a:t>Fixing compilation errors</a:t>
            </a:r>
          </a:p>
          <a:p>
            <a:r>
              <a:rPr lang="en-GB" dirty="0"/>
              <a:t>Refactoring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97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48B0-489E-4518-87C9-80B2FB23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point of view…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0EF393-8453-4466-87F5-A7D444E7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Kotlin is the preferable option, but certainly not necessary</a:t>
            </a:r>
          </a:p>
          <a:p>
            <a:r>
              <a:rPr lang="en-GB" dirty="0"/>
              <a:t>Kotlin is easier to understand, but limited in terms of usage</a:t>
            </a:r>
          </a:p>
          <a:p>
            <a:r>
              <a:rPr lang="en-GB" dirty="0"/>
              <a:t>Java can still be used, and it is much more versatile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73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D9CF9-8BB2-4497-A7D5-0443E1FC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65AAC9F4-414C-4CCC-A995-139CBD2C1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3574" y="1173302"/>
            <a:ext cx="6444851" cy="451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5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BB6D2-8406-4493-9868-DFBA7EEE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BE84A89-291C-4753-A024-B40E060D5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3183" y="1394287"/>
            <a:ext cx="6445633" cy="449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7742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Желтый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390</TotalTime>
  <Words>137</Words>
  <Application>Microsoft Office PowerPoint</Application>
  <PresentationFormat>Широкоэкранный</PresentationFormat>
  <Paragraphs>22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Java in Android Programming</vt:lpstr>
      <vt:lpstr>Java</vt:lpstr>
      <vt:lpstr>Презентация PowerPoint</vt:lpstr>
      <vt:lpstr>Презентация PowerPoint</vt:lpstr>
      <vt:lpstr>Why Kotlin? Duolingo opinion</vt:lpstr>
      <vt:lpstr>How?</vt:lpstr>
      <vt:lpstr>My point of view…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in Android Programming</dc:title>
  <dc:creator>Jana Batskihh</dc:creator>
  <cp:lastModifiedBy>Jana Batskihh</cp:lastModifiedBy>
  <cp:revision>10</cp:revision>
  <dcterms:created xsi:type="dcterms:W3CDTF">2020-04-21T15:18:07Z</dcterms:created>
  <dcterms:modified xsi:type="dcterms:W3CDTF">2020-04-23T11:41:56Z</dcterms:modified>
</cp:coreProperties>
</file>